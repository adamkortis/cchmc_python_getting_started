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BE08D-F12C-446D-BA2C-EB85838FE8C6}" v="1" dt="2026-04-06T14:28:58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tis, Adam" userId="0598b173-926b-455a-a07c-3afc69446909" providerId="ADAL" clId="{2705B347-3F5C-4794-B861-E067CD88D9DB}"/>
    <pc:docChg chg="undo custSel addSld delSld modSld">
      <pc:chgData name="Kortis, Adam" userId="0598b173-926b-455a-a07c-3afc69446909" providerId="ADAL" clId="{2705B347-3F5C-4794-B861-E067CD88D9DB}" dt="2026-04-06T16:47:33.748" v="8061" actId="20577"/>
      <pc:docMkLst>
        <pc:docMk/>
      </pc:docMkLst>
      <pc:sldChg chg="modSp new mod">
        <pc:chgData name="Kortis, Adam" userId="0598b173-926b-455a-a07c-3afc69446909" providerId="ADAL" clId="{2705B347-3F5C-4794-B861-E067CD88D9DB}" dt="2026-04-02T15:09:01.647" v="134" actId="20577"/>
        <pc:sldMkLst>
          <pc:docMk/>
          <pc:sldMk cId="3226128206" sldId="256"/>
        </pc:sldMkLst>
        <pc:spChg chg="mod">
          <ac:chgData name="Kortis, Adam" userId="0598b173-926b-455a-a07c-3afc69446909" providerId="ADAL" clId="{2705B347-3F5C-4794-B861-E067CD88D9DB}" dt="2026-04-02T15:08:29.203" v="51" actId="20577"/>
          <ac:spMkLst>
            <pc:docMk/>
            <pc:sldMk cId="3226128206" sldId="256"/>
            <ac:spMk id="2" creationId="{9071E263-64CA-CA72-0F32-D2C963F5F15C}"/>
          </ac:spMkLst>
        </pc:spChg>
        <pc:spChg chg="mod">
          <ac:chgData name="Kortis, Adam" userId="0598b173-926b-455a-a07c-3afc69446909" providerId="ADAL" clId="{2705B347-3F5C-4794-B861-E067CD88D9DB}" dt="2026-04-02T15:09:01.647" v="134" actId="20577"/>
          <ac:spMkLst>
            <pc:docMk/>
            <pc:sldMk cId="3226128206" sldId="256"/>
            <ac:spMk id="3" creationId="{9E0CA6DE-DB95-E872-2925-A7197768E4DF}"/>
          </ac:spMkLst>
        </pc:spChg>
      </pc:sldChg>
      <pc:sldChg chg="modSp new mod">
        <pc:chgData name="Kortis, Adam" userId="0598b173-926b-455a-a07c-3afc69446909" providerId="ADAL" clId="{2705B347-3F5C-4794-B861-E067CD88D9DB}" dt="2026-04-02T17:00:55.937" v="1353" actId="20577"/>
        <pc:sldMkLst>
          <pc:docMk/>
          <pc:sldMk cId="541880142" sldId="257"/>
        </pc:sldMkLst>
        <pc:spChg chg="mod">
          <ac:chgData name="Kortis, Adam" userId="0598b173-926b-455a-a07c-3afc69446909" providerId="ADAL" clId="{2705B347-3F5C-4794-B861-E067CD88D9DB}" dt="2026-04-02T16:47:09.425" v="164" actId="20577"/>
          <ac:spMkLst>
            <pc:docMk/>
            <pc:sldMk cId="541880142" sldId="257"/>
            <ac:spMk id="2" creationId="{898AB9F0-1D93-8C70-55D7-6DB587561BAB}"/>
          </ac:spMkLst>
        </pc:spChg>
        <pc:spChg chg="mod">
          <ac:chgData name="Kortis, Adam" userId="0598b173-926b-455a-a07c-3afc69446909" providerId="ADAL" clId="{2705B347-3F5C-4794-B861-E067CD88D9DB}" dt="2026-04-02T17:00:55.937" v="1353" actId="20577"/>
          <ac:spMkLst>
            <pc:docMk/>
            <pc:sldMk cId="541880142" sldId="257"/>
            <ac:spMk id="3" creationId="{DE118D11-AE10-E1A6-EF39-5C1F351C8452}"/>
          </ac:spMkLst>
        </pc:spChg>
      </pc:sldChg>
      <pc:sldChg chg="modSp new mod">
        <pc:chgData name="Kortis, Adam" userId="0598b173-926b-455a-a07c-3afc69446909" providerId="ADAL" clId="{2705B347-3F5C-4794-B861-E067CD88D9DB}" dt="2026-04-06T14:46:04.050" v="7758" actId="20577"/>
        <pc:sldMkLst>
          <pc:docMk/>
          <pc:sldMk cId="910298586" sldId="258"/>
        </pc:sldMkLst>
        <pc:spChg chg="mod">
          <ac:chgData name="Kortis, Adam" userId="0598b173-926b-455a-a07c-3afc69446909" providerId="ADAL" clId="{2705B347-3F5C-4794-B861-E067CD88D9DB}" dt="2026-04-02T17:02:50.847" v="1415" actId="20577"/>
          <ac:spMkLst>
            <pc:docMk/>
            <pc:sldMk cId="910298586" sldId="258"/>
            <ac:spMk id="2" creationId="{F92F4D06-E3E8-DE96-A6DD-D67469D58D3F}"/>
          </ac:spMkLst>
        </pc:spChg>
        <pc:spChg chg="mod">
          <ac:chgData name="Kortis, Adam" userId="0598b173-926b-455a-a07c-3afc69446909" providerId="ADAL" clId="{2705B347-3F5C-4794-B861-E067CD88D9DB}" dt="2026-04-06T14:46:04.050" v="7758" actId="20577"/>
          <ac:spMkLst>
            <pc:docMk/>
            <pc:sldMk cId="910298586" sldId="258"/>
            <ac:spMk id="3" creationId="{F6859F5C-BF7B-510C-627C-0361B848D345}"/>
          </ac:spMkLst>
        </pc:spChg>
      </pc:sldChg>
      <pc:sldChg chg="modSp new mod">
        <pc:chgData name="Kortis, Adam" userId="0598b173-926b-455a-a07c-3afc69446909" providerId="ADAL" clId="{2705B347-3F5C-4794-B861-E067CD88D9DB}" dt="2026-04-06T14:49:54.366" v="7914" actId="20577"/>
        <pc:sldMkLst>
          <pc:docMk/>
          <pc:sldMk cId="2575487833" sldId="259"/>
        </pc:sldMkLst>
        <pc:spChg chg="mod">
          <ac:chgData name="Kortis, Adam" userId="0598b173-926b-455a-a07c-3afc69446909" providerId="ADAL" clId="{2705B347-3F5C-4794-B861-E067CD88D9DB}" dt="2026-04-06T14:25:10.890" v="6520" actId="20577"/>
          <ac:spMkLst>
            <pc:docMk/>
            <pc:sldMk cId="2575487833" sldId="259"/>
            <ac:spMk id="2" creationId="{E9DB5B7C-22B6-D9DD-5D32-59170B91CCAD}"/>
          </ac:spMkLst>
        </pc:spChg>
        <pc:spChg chg="mod">
          <ac:chgData name="Kortis, Adam" userId="0598b173-926b-455a-a07c-3afc69446909" providerId="ADAL" clId="{2705B347-3F5C-4794-B861-E067CD88D9DB}" dt="2026-04-02T17:10:24.779" v="2220" actId="20577"/>
          <ac:spMkLst>
            <pc:docMk/>
            <pc:sldMk cId="2575487833" sldId="259"/>
            <ac:spMk id="3" creationId="{DA30F27B-FB23-1C7B-9328-379CB5E2F0AA}"/>
          </ac:spMkLst>
        </pc:spChg>
        <pc:spChg chg="mod">
          <ac:chgData name="Kortis, Adam" userId="0598b173-926b-455a-a07c-3afc69446909" providerId="ADAL" clId="{2705B347-3F5C-4794-B861-E067CD88D9DB}" dt="2026-04-06T14:47:38.560" v="7860" actId="20577"/>
          <ac:spMkLst>
            <pc:docMk/>
            <pc:sldMk cId="2575487833" sldId="259"/>
            <ac:spMk id="4" creationId="{884D22AB-4240-D845-367F-FAE101D4A88C}"/>
          </ac:spMkLst>
        </pc:spChg>
        <pc:spChg chg="mod">
          <ac:chgData name="Kortis, Adam" userId="0598b173-926b-455a-a07c-3afc69446909" providerId="ADAL" clId="{2705B347-3F5C-4794-B861-E067CD88D9DB}" dt="2026-04-02T17:14:52.815" v="2583" actId="20577"/>
          <ac:spMkLst>
            <pc:docMk/>
            <pc:sldMk cId="2575487833" sldId="259"/>
            <ac:spMk id="5" creationId="{73696BE7-BA58-BBD2-7000-F68A3DE2AF1C}"/>
          </ac:spMkLst>
        </pc:spChg>
        <pc:spChg chg="mod">
          <ac:chgData name="Kortis, Adam" userId="0598b173-926b-455a-a07c-3afc69446909" providerId="ADAL" clId="{2705B347-3F5C-4794-B861-E067CD88D9DB}" dt="2026-04-06T14:49:54.366" v="7914" actId="20577"/>
          <ac:spMkLst>
            <pc:docMk/>
            <pc:sldMk cId="2575487833" sldId="259"/>
            <ac:spMk id="6" creationId="{2F9CAFEE-9C6C-6646-40C1-3A2FD913478A}"/>
          </ac:spMkLst>
        </pc:spChg>
      </pc:sldChg>
      <pc:sldChg chg="modSp new mod modNotesTx">
        <pc:chgData name="Kortis, Adam" userId="0598b173-926b-455a-a07c-3afc69446909" providerId="ADAL" clId="{2705B347-3F5C-4794-B861-E067CD88D9DB}" dt="2026-04-02T18:18:04.068" v="3628" actId="20577"/>
        <pc:sldMkLst>
          <pc:docMk/>
          <pc:sldMk cId="2877614386" sldId="260"/>
        </pc:sldMkLst>
        <pc:spChg chg="mod">
          <ac:chgData name="Kortis, Adam" userId="0598b173-926b-455a-a07c-3afc69446909" providerId="ADAL" clId="{2705B347-3F5C-4794-B861-E067CD88D9DB}" dt="2026-04-02T18:11:01.916" v="3027" actId="20577"/>
          <ac:spMkLst>
            <pc:docMk/>
            <pc:sldMk cId="2877614386" sldId="260"/>
            <ac:spMk id="2" creationId="{F2BADDD1-03D0-2075-FFEE-4970ECA189AD}"/>
          </ac:spMkLst>
        </pc:spChg>
        <pc:spChg chg="mod">
          <ac:chgData name="Kortis, Adam" userId="0598b173-926b-455a-a07c-3afc69446909" providerId="ADAL" clId="{2705B347-3F5C-4794-B861-E067CD88D9DB}" dt="2026-04-02T18:18:04.068" v="3628" actId="20577"/>
          <ac:spMkLst>
            <pc:docMk/>
            <pc:sldMk cId="2877614386" sldId="260"/>
            <ac:spMk id="3" creationId="{AABFA8B5-903C-3CB4-9E24-9F05BC6E0DF1}"/>
          </ac:spMkLst>
        </pc:spChg>
      </pc:sldChg>
      <pc:sldChg chg="addSp delSp modSp new mod">
        <pc:chgData name="Kortis, Adam" userId="0598b173-926b-455a-a07c-3afc69446909" providerId="ADAL" clId="{2705B347-3F5C-4794-B861-E067CD88D9DB}" dt="2026-04-02T18:23:17.887" v="3657" actId="14100"/>
        <pc:sldMkLst>
          <pc:docMk/>
          <pc:sldMk cId="3116249393" sldId="261"/>
        </pc:sldMkLst>
        <pc:spChg chg="add mod">
          <ac:chgData name="Kortis, Adam" userId="0598b173-926b-455a-a07c-3afc69446909" providerId="ADAL" clId="{2705B347-3F5C-4794-B861-E067CD88D9DB}" dt="2026-04-02T18:22:45.699" v="3647" actId="1582"/>
          <ac:spMkLst>
            <pc:docMk/>
            <pc:sldMk cId="3116249393" sldId="261"/>
            <ac:spMk id="9" creationId="{8F633045-E386-5033-5F63-67292563EC29}"/>
          </ac:spMkLst>
        </pc:spChg>
        <pc:spChg chg="add mod">
          <ac:chgData name="Kortis, Adam" userId="0598b173-926b-455a-a07c-3afc69446909" providerId="ADAL" clId="{2705B347-3F5C-4794-B861-E067CD88D9DB}" dt="2026-04-02T18:23:17.887" v="3657" actId="14100"/>
          <ac:spMkLst>
            <pc:docMk/>
            <pc:sldMk cId="3116249393" sldId="261"/>
            <ac:spMk id="10" creationId="{624CB1B2-4409-4C5C-9218-9CB41976E303}"/>
          </ac:spMkLst>
        </pc:spChg>
        <pc:spChg chg="add mod">
          <ac:chgData name="Kortis, Adam" userId="0598b173-926b-455a-a07c-3afc69446909" providerId="ADAL" clId="{2705B347-3F5C-4794-B861-E067CD88D9DB}" dt="2026-04-02T18:23:05.613" v="3654" actId="14100"/>
          <ac:spMkLst>
            <pc:docMk/>
            <pc:sldMk cId="3116249393" sldId="261"/>
            <ac:spMk id="11" creationId="{2F63933C-0C73-D56F-9965-7AEE142B25B6}"/>
          </ac:spMkLst>
        </pc:spChg>
        <pc:picChg chg="add mod">
          <ac:chgData name="Kortis, Adam" userId="0598b173-926b-455a-a07c-3afc69446909" providerId="ADAL" clId="{2705B347-3F5C-4794-B861-E067CD88D9DB}" dt="2026-04-02T18:21:02.428" v="3638" actId="1076"/>
          <ac:picMkLst>
            <pc:docMk/>
            <pc:sldMk cId="3116249393" sldId="261"/>
            <ac:picMk id="5" creationId="{173FC134-0774-A48A-8999-94F9B946166D}"/>
          </ac:picMkLst>
        </pc:picChg>
        <pc:picChg chg="add mod">
          <ac:chgData name="Kortis, Adam" userId="0598b173-926b-455a-a07c-3afc69446909" providerId="ADAL" clId="{2705B347-3F5C-4794-B861-E067CD88D9DB}" dt="2026-04-02T18:22:51.271" v="3651" actId="1076"/>
          <ac:picMkLst>
            <pc:docMk/>
            <pc:sldMk cId="3116249393" sldId="261"/>
            <ac:picMk id="7" creationId="{0D2A5049-A62C-9DDA-B5D2-721B5F754801}"/>
          </ac:picMkLst>
        </pc:picChg>
      </pc:sldChg>
      <pc:sldChg chg="addSp delSp modSp new mod">
        <pc:chgData name="Kortis, Adam" userId="0598b173-926b-455a-a07c-3afc69446909" providerId="ADAL" clId="{2705B347-3F5C-4794-B861-E067CD88D9DB}" dt="2026-04-02T18:26:37.656" v="3742" actId="1076"/>
        <pc:sldMkLst>
          <pc:docMk/>
          <pc:sldMk cId="2911452149" sldId="262"/>
        </pc:sldMkLst>
        <pc:spChg chg="mod">
          <ac:chgData name="Kortis, Adam" userId="0598b173-926b-455a-a07c-3afc69446909" providerId="ADAL" clId="{2705B347-3F5C-4794-B861-E067CD88D9DB}" dt="2026-04-02T18:24:37.443" v="3703" actId="20577"/>
          <ac:spMkLst>
            <pc:docMk/>
            <pc:sldMk cId="2911452149" sldId="262"/>
            <ac:spMk id="2" creationId="{9EC9BFB5-D2C6-5F96-65DA-9DF6110E69C2}"/>
          </ac:spMkLst>
        </pc:spChg>
        <pc:picChg chg="add mod">
          <ac:chgData name="Kortis, Adam" userId="0598b173-926b-455a-a07c-3afc69446909" providerId="ADAL" clId="{2705B347-3F5C-4794-B861-E067CD88D9DB}" dt="2026-04-02T18:26:37.656" v="3742" actId="1076"/>
          <ac:picMkLst>
            <pc:docMk/>
            <pc:sldMk cId="2911452149" sldId="262"/>
            <ac:picMk id="9" creationId="{281B7158-27DE-8F30-8588-5B132E4A1B7F}"/>
          </ac:picMkLst>
        </pc:picChg>
      </pc:sldChg>
      <pc:sldChg chg="modSp new mod">
        <pc:chgData name="Kortis, Adam" userId="0598b173-926b-455a-a07c-3afc69446909" providerId="ADAL" clId="{2705B347-3F5C-4794-B861-E067CD88D9DB}" dt="2026-04-02T18:35:29.062" v="4779" actId="20577"/>
        <pc:sldMkLst>
          <pc:docMk/>
          <pc:sldMk cId="1383140307" sldId="263"/>
        </pc:sldMkLst>
        <pc:spChg chg="mod">
          <ac:chgData name="Kortis, Adam" userId="0598b173-926b-455a-a07c-3afc69446909" providerId="ADAL" clId="{2705B347-3F5C-4794-B861-E067CD88D9DB}" dt="2026-04-02T18:28:59.457" v="3900" actId="20577"/>
          <ac:spMkLst>
            <pc:docMk/>
            <pc:sldMk cId="1383140307" sldId="263"/>
            <ac:spMk id="2" creationId="{F3053089-2FE7-949B-3A32-64DE992CDD08}"/>
          </ac:spMkLst>
        </pc:spChg>
        <pc:spChg chg="mod">
          <ac:chgData name="Kortis, Adam" userId="0598b173-926b-455a-a07c-3afc69446909" providerId="ADAL" clId="{2705B347-3F5C-4794-B861-E067CD88D9DB}" dt="2026-04-02T18:29:13.325" v="3932" actId="20577"/>
          <ac:spMkLst>
            <pc:docMk/>
            <pc:sldMk cId="1383140307" sldId="263"/>
            <ac:spMk id="3" creationId="{1FA718D2-1515-4F60-5337-F48BE5CA15DD}"/>
          </ac:spMkLst>
        </pc:spChg>
        <pc:spChg chg="mod">
          <ac:chgData name="Kortis, Adam" userId="0598b173-926b-455a-a07c-3afc69446909" providerId="ADAL" clId="{2705B347-3F5C-4794-B861-E067CD88D9DB}" dt="2026-04-02T18:33:02.376" v="4402" actId="6549"/>
          <ac:spMkLst>
            <pc:docMk/>
            <pc:sldMk cId="1383140307" sldId="263"/>
            <ac:spMk id="4" creationId="{4085C49C-C004-108F-7C7B-D5B1192D78E6}"/>
          </ac:spMkLst>
        </pc:spChg>
        <pc:spChg chg="mod">
          <ac:chgData name="Kortis, Adam" userId="0598b173-926b-455a-a07c-3afc69446909" providerId="ADAL" clId="{2705B347-3F5C-4794-B861-E067CD88D9DB}" dt="2026-04-02T18:35:01.933" v="4707" actId="20577"/>
          <ac:spMkLst>
            <pc:docMk/>
            <pc:sldMk cId="1383140307" sldId="263"/>
            <ac:spMk id="5" creationId="{3BAA9CEA-E969-942C-87D0-ED405D6D7B77}"/>
          </ac:spMkLst>
        </pc:spChg>
        <pc:spChg chg="mod">
          <ac:chgData name="Kortis, Adam" userId="0598b173-926b-455a-a07c-3afc69446909" providerId="ADAL" clId="{2705B347-3F5C-4794-B861-E067CD88D9DB}" dt="2026-04-02T18:35:29.062" v="4779" actId="20577"/>
          <ac:spMkLst>
            <pc:docMk/>
            <pc:sldMk cId="1383140307" sldId="263"/>
            <ac:spMk id="6" creationId="{7F2D1287-D343-C6D7-45D4-EB38928111A1}"/>
          </ac:spMkLst>
        </pc:spChg>
      </pc:sldChg>
      <pc:sldChg chg="modSp new mod">
        <pc:chgData name="Kortis, Adam" userId="0598b173-926b-455a-a07c-3afc69446909" providerId="ADAL" clId="{2705B347-3F5C-4794-B861-E067CD88D9DB}" dt="2026-04-02T18:53:09.053" v="5879"/>
        <pc:sldMkLst>
          <pc:docMk/>
          <pc:sldMk cId="796140452" sldId="264"/>
        </pc:sldMkLst>
        <pc:spChg chg="mod">
          <ac:chgData name="Kortis, Adam" userId="0598b173-926b-455a-a07c-3afc69446909" providerId="ADAL" clId="{2705B347-3F5C-4794-B861-E067CD88D9DB}" dt="2026-04-02T18:36:56.881" v="4802" actId="20577"/>
          <ac:spMkLst>
            <pc:docMk/>
            <pc:sldMk cId="796140452" sldId="264"/>
            <ac:spMk id="2" creationId="{EA50F1C3-D4AD-44BC-9D19-0B8822C52BE3}"/>
          </ac:spMkLst>
        </pc:spChg>
        <pc:spChg chg="mod">
          <ac:chgData name="Kortis, Adam" userId="0598b173-926b-455a-a07c-3afc69446909" providerId="ADAL" clId="{2705B347-3F5C-4794-B861-E067CD88D9DB}" dt="2026-04-02T18:53:09.053" v="5879"/>
          <ac:spMkLst>
            <pc:docMk/>
            <pc:sldMk cId="796140452" sldId="264"/>
            <ac:spMk id="3" creationId="{449EF9F9-FC01-23AF-11E6-F08E45971911}"/>
          </ac:spMkLst>
        </pc:spChg>
      </pc:sldChg>
      <pc:sldChg chg="modSp new mod">
        <pc:chgData name="Kortis, Adam" userId="0598b173-926b-455a-a07c-3afc69446909" providerId="ADAL" clId="{2705B347-3F5C-4794-B861-E067CD88D9DB}" dt="2026-04-02T18:53:59.416" v="5880" actId="20577"/>
        <pc:sldMkLst>
          <pc:docMk/>
          <pc:sldMk cId="1247533024" sldId="265"/>
        </pc:sldMkLst>
        <pc:spChg chg="mod">
          <ac:chgData name="Kortis, Adam" userId="0598b173-926b-455a-a07c-3afc69446909" providerId="ADAL" clId="{2705B347-3F5C-4794-B861-E067CD88D9DB}" dt="2026-04-02T18:44:21.052" v="5154" actId="20577"/>
          <ac:spMkLst>
            <pc:docMk/>
            <pc:sldMk cId="1247533024" sldId="265"/>
            <ac:spMk id="2" creationId="{6DC749C4-0EB5-55A9-5F7F-4077AE7F92E2}"/>
          </ac:spMkLst>
        </pc:spChg>
        <pc:spChg chg="mod">
          <ac:chgData name="Kortis, Adam" userId="0598b173-926b-455a-a07c-3afc69446909" providerId="ADAL" clId="{2705B347-3F5C-4794-B861-E067CD88D9DB}" dt="2026-04-02T18:53:59.416" v="5880" actId="20577"/>
          <ac:spMkLst>
            <pc:docMk/>
            <pc:sldMk cId="1247533024" sldId="265"/>
            <ac:spMk id="3" creationId="{955788F8-FD69-DAAC-AEB4-A8DCF13487B3}"/>
          </ac:spMkLst>
        </pc:spChg>
      </pc:sldChg>
      <pc:sldChg chg="modSp new mod">
        <pc:chgData name="Kortis, Adam" userId="0598b173-926b-455a-a07c-3afc69446909" providerId="ADAL" clId="{2705B347-3F5C-4794-B861-E067CD88D9DB}" dt="2026-04-06T14:52:46.508" v="8017" actId="20577"/>
        <pc:sldMkLst>
          <pc:docMk/>
          <pc:sldMk cId="4162147224" sldId="266"/>
        </pc:sldMkLst>
        <pc:spChg chg="mod">
          <ac:chgData name="Kortis, Adam" userId="0598b173-926b-455a-a07c-3afc69446909" providerId="ADAL" clId="{2705B347-3F5C-4794-B861-E067CD88D9DB}" dt="2026-04-02T18:54:40.294" v="5949" actId="20577"/>
          <ac:spMkLst>
            <pc:docMk/>
            <pc:sldMk cId="4162147224" sldId="266"/>
            <ac:spMk id="2" creationId="{009B567D-E84D-0F42-C540-4E486BD45C91}"/>
          </ac:spMkLst>
        </pc:spChg>
        <pc:spChg chg="mod">
          <ac:chgData name="Kortis, Adam" userId="0598b173-926b-455a-a07c-3afc69446909" providerId="ADAL" clId="{2705B347-3F5C-4794-B861-E067CD88D9DB}" dt="2026-04-06T14:52:46.508" v="8017" actId="20577"/>
          <ac:spMkLst>
            <pc:docMk/>
            <pc:sldMk cId="4162147224" sldId="266"/>
            <ac:spMk id="3" creationId="{6F1EADBA-F0BA-15C4-C4A0-97C6BC741A08}"/>
          </ac:spMkLst>
        </pc:spChg>
      </pc:sldChg>
      <pc:sldChg chg="modSp new mod">
        <pc:chgData name="Kortis, Adam" userId="0598b173-926b-455a-a07c-3afc69446909" providerId="ADAL" clId="{2705B347-3F5C-4794-B861-E067CD88D9DB}" dt="2026-04-06T16:47:33.748" v="8061" actId="20577"/>
        <pc:sldMkLst>
          <pc:docMk/>
          <pc:sldMk cId="1314709943" sldId="268"/>
        </pc:sldMkLst>
        <pc:spChg chg="mod">
          <ac:chgData name="Kortis, Adam" userId="0598b173-926b-455a-a07c-3afc69446909" providerId="ADAL" clId="{2705B347-3F5C-4794-B861-E067CD88D9DB}" dt="2026-04-02T19:03:41.293" v="6367" actId="20577"/>
          <ac:spMkLst>
            <pc:docMk/>
            <pc:sldMk cId="1314709943" sldId="268"/>
            <ac:spMk id="2" creationId="{48E449C2-F521-C92C-D34F-239E181384D3}"/>
          </ac:spMkLst>
        </pc:spChg>
        <pc:spChg chg="mod">
          <ac:chgData name="Kortis, Adam" userId="0598b173-926b-455a-a07c-3afc69446909" providerId="ADAL" clId="{2705B347-3F5C-4794-B861-E067CD88D9DB}" dt="2026-04-06T16:47:33.748" v="8061" actId="20577"/>
          <ac:spMkLst>
            <pc:docMk/>
            <pc:sldMk cId="1314709943" sldId="268"/>
            <ac:spMk id="3" creationId="{802E6713-515F-7104-31EE-7C73184DA4C9}"/>
          </ac:spMkLst>
        </pc:spChg>
      </pc:sldChg>
      <pc:sldChg chg="modSp new mod">
        <pc:chgData name="Kortis, Adam" userId="0598b173-926b-455a-a07c-3afc69446909" providerId="ADAL" clId="{2705B347-3F5C-4794-B861-E067CD88D9DB}" dt="2026-04-06T14:27:04.585" v="6912" actId="20577"/>
        <pc:sldMkLst>
          <pc:docMk/>
          <pc:sldMk cId="3016401704" sldId="269"/>
        </pc:sldMkLst>
        <pc:spChg chg="mod">
          <ac:chgData name="Kortis, Adam" userId="0598b173-926b-455a-a07c-3afc69446909" providerId="ADAL" clId="{2705B347-3F5C-4794-B861-E067CD88D9DB}" dt="2026-04-06T14:25:37.021" v="6603" actId="20577"/>
          <ac:spMkLst>
            <pc:docMk/>
            <pc:sldMk cId="3016401704" sldId="269"/>
            <ac:spMk id="2" creationId="{AB52312E-617F-001A-E66C-81961692DB71}"/>
          </ac:spMkLst>
        </pc:spChg>
        <pc:spChg chg="mod">
          <ac:chgData name="Kortis, Adam" userId="0598b173-926b-455a-a07c-3afc69446909" providerId="ADAL" clId="{2705B347-3F5C-4794-B861-E067CD88D9DB}" dt="2026-04-06T14:27:04.585" v="6912" actId="20577"/>
          <ac:spMkLst>
            <pc:docMk/>
            <pc:sldMk cId="3016401704" sldId="269"/>
            <ac:spMk id="3" creationId="{31B4DBE4-0914-F3CD-EAC1-B8BDFD3528AE}"/>
          </ac:spMkLst>
        </pc:spChg>
      </pc:sldChg>
      <pc:sldChg chg="modSp new mod">
        <pc:chgData name="Kortis, Adam" userId="0598b173-926b-455a-a07c-3afc69446909" providerId="ADAL" clId="{2705B347-3F5C-4794-B861-E067CD88D9DB}" dt="2026-04-06T14:51:55.378" v="7955" actId="20577"/>
        <pc:sldMkLst>
          <pc:docMk/>
          <pc:sldMk cId="2491955574" sldId="270"/>
        </pc:sldMkLst>
        <pc:spChg chg="mod">
          <ac:chgData name="Kortis, Adam" userId="0598b173-926b-455a-a07c-3afc69446909" providerId="ADAL" clId="{2705B347-3F5C-4794-B861-E067CD88D9DB}" dt="2026-04-06T14:27:36.619" v="6937" actId="20577"/>
          <ac:spMkLst>
            <pc:docMk/>
            <pc:sldMk cId="2491955574" sldId="270"/>
            <ac:spMk id="2" creationId="{A2BFE9D6-61E9-9967-3788-9DD994259A69}"/>
          </ac:spMkLst>
        </pc:spChg>
        <pc:spChg chg="mod">
          <ac:chgData name="Kortis, Adam" userId="0598b173-926b-455a-a07c-3afc69446909" providerId="ADAL" clId="{2705B347-3F5C-4794-B861-E067CD88D9DB}" dt="2026-04-06T14:51:55.378" v="7955" actId="20577"/>
          <ac:spMkLst>
            <pc:docMk/>
            <pc:sldMk cId="2491955574" sldId="270"/>
            <ac:spMk id="3" creationId="{95A6A236-BEC2-240B-1A7C-75889931A5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8AEB0-C08C-4305-915B-CAF733B69B2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6CEC0-DF97-456E-86D8-3A3990EFF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0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56CEC0-DF97-456E-86D8-3A3990EFFF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29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80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9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399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2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7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8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2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7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1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1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C00B611-A437-4A1C-AF17-82A64D90959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FB51C66-904B-4CB0-8A5D-8CEFF4A6E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E263-64CA-CA72-0F32-D2C963F5F1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 with Python for 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CA6DE-DB95-E872-2925-A7197768E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All Teach, All Learn</a:t>
            </a:r>
          </a:p>
          <a:p>
            <a:r>
              <a:rPr lang="en-US" dirty="0"/>
              <a:t>April 15, 2026</a:t>
            </a:r>
          </a:p>
          <a:p>
            <a:r>
              <a:rPr lang="en-US" dirty="0"/>
              <a:t>Adam Kortis</a:t>
            </a:r>
          </a:p>
        </p:txBody>
      </p:sp>
    </p:spTree>
    <p:extLst>
      <p:ext uri="{BB962C8B-B14F-4D97-AF65-F5344CB8AC3E}">
        <p14:creationId xmlns:p14="http://schemas.microsoft.com/office/powerpoint/2010/main" val="322612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B9F0-1D93-8C70-55D7-6DB58756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18D11-AE10-E1A6-EF39-5C1F351C8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Started at the Anderson Center in Feb 2023</a:t>
            </a:r>
          </a:p>
          <a:p>
            <a:r>
              <a:rPr lang="en-US" sz="2400" dirty="0"/>
              <a:t>Primary focus is Learning Health Networks</a:t>
            </a:r>
          </a:p>
          <a:p>
            <a:r>
              <a:rPr lang="en-US" sz="2400" dirty="0"/>
              <a:t>Using Python as primary analytics tool for 7 to 8 years</a:t>
            </a:r>
          </a:p>
          <a:p>
            <a:r>
              <a:rPr lang="en-US" sz="2400" dirty="0"/>
              <a:t>Originally used some combination of SAS or R</a:t>
            </a:r>
          </a:p>
          <a:p>
            <a:r>
              <a:rPr lang="en-US" sz="2400" dirty="0"/>
              <a:t>No CS degree (Math, Economics)</a:t>
            </a:r>
          </a:p>
        </p:txBody>
      </p:sp>
    </p:spTree>
    <p:extLst>
      <p:ext uri="{BB962C8B-B14F-4D97-AF65-F5344CB8AC3E}">
        <p14:creationId xmlns:p14="http://schemas.microsoft.com/office/powerpoint/2010/main" val="54188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4D06-E3E8-DE96-A6DD-D67469D5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Python and its Role in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9F5C-BF7B-510C-627C-0361B848D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Python is not a data analytics language</a:t>
            </a:r>
          </a:p>
          <a:p>
            <a:pPr lvl="1"/>
            <a:r>
              <a:rPr lang="en-US" dirty="0"/>
              <a:t>It is a general-purpose language with modules built for data analysis, data science, data display, and data querying.</a:t>
            </a:r>
          </a:p>
          <a:p>
            <a:r>
              <a:rPr lang="en-US" dirty="0"/>
              <a:t>Modules provide the extensions to the language.</a:t>
            </a:r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/>
              <a:t>Matplotlib</a:t>
            </a:r>
          </a:p>
          <a:p>
            <a:pPr lvl="1"/>
            <a:r>
              <a:rPr lang="en-US" dirty="0"/>
              <a:t>Scikit Learn</a:t>
            </a:r>
          </a:p>
          <a:p>
            <a:pPr lvl="1"/>
            <a:r>
              <a:rPr lang="en-US" dirty="0"/>
              <a:t>Tensor Flow</a:t>
            </a:r>
          </a:p>
          <a:p>
            <a:pPr lvl="1"/>
            <a:r>
              <a:rPr lang="en-US" dirty="0"/>
              <a:t>Database modules</a:t>
            </a:r>
          </a:p>
          <a:p>
            <a:r>
              <a:rPr lang="en-US" dirty="0"/>
              <a:t>Combining modules with the features of the language: loops, conditionals, classes, functions, etc. create the real power and strength of language.</a:t>
            </a:r>
          </a:p>
          <a:p>
            <a:r>
              <a:rPr lang="en-US" dirty="0"/>
              <a:t>Can now be integrated in Excel and Power BI.</a:t>
            </a:r>
          </a:p>
          <a:p>
            <a:r>
              <a:rPr lang="en-US" dirty="0"/>
              <a:t>https://github.com/AdamKortis</a:t>
            </a:r>
          </a:p>
        </p:txBody>
      </p:sp>
    </p:spTree>
    <p:extLst>
      <p:ext uri="{BB962C8B-B14F-4D97-AF65-F5344CB8AC3E}">
        <p14:creationId xmlns:p14="http://schemas.microsoft.com/office/powerpoint/2010/main" val="91029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5B7C-22B6-D9DD-5D32-59170B91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Pros and Cons of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0F27B-FB23-1C7B-9328-379CB5E2F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D22AB-4240-D845-367F-FAE101D4A8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Free Open Source</a:t>
            </a:r>
          </a:p>
          <a:p>
            <a:r>
              <a:rPr lang="en-US" dirty="0"/>
              <a:t>Easy to write and read (syntax)</a:t>
            </a:r>
          </a:p>
          <a:p>
            <a:r>
              <a:rPr lang="en-US" dirty="0"/>
              <a:t>Modules that extend the base language</a:t>
            </a:r>
          </a:p>
          <a:p>
            <a:r>
              <a:rPr lang="en-US" dirty="0"/>
              <a:t>General use of standard programming paradigms: loops, conditions, classes, functions</a:t>
            </a:r>
          </a:p>
          <a:p>
            <a:r>
              <a:rPr lang="en-US" dirty="0"/>
              <a:t>Development software/tools</a:t>
            </a:r>
          </a:p>
          <a:p>
            <a:r>
              <a:rPr lang="en-US" dirty="0"/>
              <a:t>Development Speed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96BE7-BA58-BBD2-7000-F68A3DE2A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CAFEE-9C6C-6646-40C1-3A2FD91347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Not designed for data analytics</a:t>
            </a:r>
          </a:p>
          <a:p>
            <a:r>
              <a:rPr lang="en-US" dirty="0"/>
              <a:t>Learning the language</a:t>
            </a:r>
          </a:p>
          <a:p>
            <a:r>
              <a:rPr lang="en-US" dirty="0"/>
              <a:t>Learning the modules</a:t>
            </a:r>
          </a:p>
          <a:p>
            <a:r>
              <a:rPr lang="en-US" dirty="0"/>
              <a:t>Development software/tools</a:t>
            </a:r>
          </a:p>
          <a:p>
            <a:r>
              <a:rPr lang="en-US" dirty="0"/>
              <a:t>Run Speed</a:t>
            </a:r>
          </a:p>
          <a:p>
            <a:r>
              <a:rPr lang="en-US" dirty="0"/>
              <a:t>No Default Setup</a:t>
            </a:r>
          </a:p>
          <a:p>
            <a:r>
              <a:rPr lang="en-US" dirty="0"/>
              <a:t>Accounting for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8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312E-617F-001A-E66C-81961692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need to get started?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4DBE4-0914-F3CD-EAC1-B8BDFD35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Download and install Python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up Python and PIP in your environment Path Variables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an editor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Download, install, and setup the editor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Install relevant 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Begin to code</a:t>
            </a:r>
          </a:p>
        </p:txBody>
      </p:sp>
    </p:spTree>
    <p:extLst>
      <p:ext uri="{BB962C8B-B14F-4D97-AF65-F5344CB8AC3E}">
        <p14:creationId xmlns:p14="http://schemas.microsoft.com/office/powerpoint/2010/main" val="301640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DDD1-03D0-2075-FFEE-4970ECA1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and Installing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FA8B5-903C-3CB4-9E24-9F05BC6E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https://www.python.org/downloads/</a:t>
            </a:r>
            <a:endParaRPr lang="en-US" dirty="0"/>
          </a:p>
          <a:p>
            <a:pPr lvl="1"/>
            <a:r>
              <a:rPr lang="en-US" dirty="0"/>
              <a:t>Download Python install manager – may need temporary admin rights</a:t>
            </a:r>
          </a:p>
          <a:p>
            <a:pPr lvl="1"/>
            <a:r>
              <a:rPr lang="en-US" dirty="0"/>
              <a:t>May need to take note of install directory</a:t>
            </a:r>
          </a:p>
          <a:p>
            <a:r>
              <a:rPr lang="en-US" dirty="0"/>
              <a:t>When installing make sure to add Python to path if not you will have to manually add it.</a:t>
            </a:r>
          </a:p>
          <a:p>
            <a:r>
              <a:rPr lang="en-US" dirty="0"/>
              <a:t>Checking or adding Python and PIP to environment variables</a:t>
            </a:r>
          </a:p>
          <a:p>
            <a:pPr lvl="1"/>
            <a:r>
              <a:rPr lang="en-US" dirty="0"/>
              <a:t>Python </a:t>
            </a:r>
          </a:p>
          <a:p>
            <a:pPr lvl="2"/>
            <a:r>
              <a:rPr lang="en-US" dirty="0"/>
              <a:t>C:\Users\&lt;User Name&gt;\</a:t>
            </a:r>
            <a:r>
              <a:rPr lang="en-US" dirty="0" err="1"/>
              <a:t>AppData</a:t>
            </a:r>
            <a:r>
              <a:rPr lang="en-US" dirty="0"/>
              <a:t>\Local\Programs\Python\Python&lt;version&gt;</a:t>
            </a:r>
          </a:p>
          <a:p>
            <a:pPr lvl="1"/>
            <a:r>
              <a:rPr lang="en-US" dirty="0"/>
              <a:t>PIP</a:t>
            </a:r>
          </a:p>
          <a:p>
            <a:pPr lvl="2"/>
            <a:r>
              <a:rPr lang="en-US" dirty="0"/>
              <a:t>C:\Users\KOR9SP\AppData\Local\Programs\Python\Python311\Scripts</a:t>
            </a:r>
          </a:p>
          <a:p>
            <a:pPr lvl="1"/>
            <a:r>
              <a:rPr lang="en-US" dirty="0"/>
              <a:t>Open Control Panel &gt;&gt; User Accounts &gt;&gt; User Accounts &gt;&gt; Change my environment variables</a:t>
            </a:r>
          </a:p>
          <a:p>
            <a:pPr lvl="1"/>
            <a:r>
              <a:rPr lang="en-US" dirty="0"/>
              <a:t>Select Path variable and click Edit</a:t>
            </a:r>
          </a:p>
          <a:p>
            <a:pPr lvl="1"/>
            <a:r>
              <a:rPr lang="en-US" dirty="0"/>
              <a:t>Click new and add each directory listed above.</a:t>
            </a:r>
          </a:p>
          <a:p>
            <a:pPr lvl="1"/>
            <a:r>
              <a:rPr lang="en-US" dirty="0"/>
              <a:t>Click Ok then Ok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61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FC134-0774-A48A-8999-94F9B9461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304" y="1482696"/>
            <a:ext cx="4572396" cy="5037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2A5049-A62C-9DDA-B5D2-721B5F75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69" y="241948"/>
            <a:ext cx="5128704" cy="22861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633045-E386-5033-5F63-67292563EC29}"/>
              </a:ext>
            </a:extLst>
          </p:cNvPr>
          <p:cNvSpPr/>
          <p:nvPr/>
        </p:nvSpPr>
        <p:spPr>
          <a:xfrm>
            <a:off x="325869" y="1371600"/>
            <a:ext cx="4997971" cy="35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4CB1B2-4409-4C5C-9218-9CB41976E303}"/>
              </a:ext>
            </a:extLst>
          </p:cNvPr>
          <p:cNvSpPr/>
          <p:nvPr/>
        </p:nvSpPr>
        <p:spPr>
          <a:xfrm>
            <a:off x="3728719" y="2172546"/>
            <a:ext cx="883921" cy="35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3933C-0C73-D56F-9965-7AEE142B25B6}"/>
              </a:ext>
            </a:extLst>
          </p:cNvPr>
          <p:cNvSpPr/>
          <p:nvPr/>
        </p:nvSpPr>
        <p:spPr>
          <a:xfrm>
            <a:off x="9804400" y="1879600"/>
            <a:ext cx="1041300" cy="436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4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BFB5-D2C6-5F96-65DA-9DF6110E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Install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1B7158-27DE-8F30-8588-5B132E4A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38" y="1693981"/>
            <a:ext cx="10089593" cy="5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5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3089-2FE7-949B-3A32-64DE992C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Environments/Software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718D2-1515-4F60-5337-F48BE5CA1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5C49C-C004-108F-7C7B-D5B1192D78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Similar style to SAS, or R Studio</a:t>
            </a:r>
          </a:p>
          <a:p>
            <a:r>
              <a:rPr lang="en-US" dirty="0"/>
              <a:t>Everything will be generated in one window.</a:t>
            </a:r>
          </a:p>
          <a:p>
            <a:r>
              <a:rPr lang="en-US" dirty="0"/>
              <a:t>Run and execute individual lines</a:t>
            </a:r>
          </a:p>
          <a:p>
            <a:r>
              <a:rPr lang="en-US" dirty="0"/>
              <a:t>Be careful of virtual environments</a:t>
            </a:r>
          </a:p>
          <a:p>
            <a:r>
              <a:rPr lang="en-US" dirty="0"/>
              <a:t>Difficult to create and manage large code base/modules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A9CEA-E969-942C-87D0-ED405D6D7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Code Editors (VS Code, or others)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D1287-D343-C6D7-45D4-EB38928111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Highly customizable</a:t>
            </a:r>
          </a:p>
          <a:p>
            <a:r>
              <a:rPr lang="en-US" dirty="0"/>
              <a:t>Extra extensions may need installed</a:t>
            </a:r>
          </a:p>
          <a:p>
            <a:r>
              <a:rPr lang="en-US" dirty="0"/>
              <a:t>Learn the editor as well</a:t>
            </a:r>
          </a:p>
          <a:p>
            <a:r>
              <a:rPr lang="en-US" dirty="0"/>
              <a:t>More difficult to run single lines of code</a:t>
            </a:r>
          </a:p>
          <a:p>
            <a:r>
              <a:rPr lang="en-US" dirty="0"/>
              <a:t>Easier to maintain and edit large code bases or multiple files.</a:t>
            </a:r>
          </a:p>
        </p:txBody>
      </p:sp>
    </p:spTree>
    <p:extLst>
      <p:ext uri="{BB962C8B-B14F-4D97-AF65-F5344CB8AC3E}">
        <p14:creationId xmlns:p14="http://schemas.microsoft.com/office/powerpoint/2010/main" val="138314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F1C3-D4AD-44BC-9D19-0B8822C5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EF9F9-FC01-23AF-11E6-F08E4597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using command line</a:t>
            </a:r>
          </a:p>
          <a:p>
            <a:pPr lvl="1"/>
            <a:r>
              <a:rPr lang="en-US" dirty="0"/>
              <a:t>pip install notebook</a:t>
            </a:r>
          </a:p>
          <a:p>
            <a:pPr lvl="1"/>
            <a:r>
              <a:rPr lang="en-US" dirty="0"/>
              <a:t>Other instructions: https://jupyter.org/</a:t>
            </a:r>
          </a:p>
          <a:p>
            <a:r>
              <a:rPr lang="en-US" dirty="0"/>
              <a:t>Run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/>
              <a:t>Open a folder</a:t>
            </a:r>
          </a:p>
          <a:p>
            <a:pPr lvl="1"/>
            <a:r>
              <a:rPr lang="en-US" dirty="0"/>
              <a:t>In the directory/navigation bar type </a:t>
            </a:r>
            <a:r>
              <a:rPr lang="en-US" dirty="0" err="1"/>
              <a:t>cmd</a:t>
            </a:r>
            <a:endParaRPr lang="en-US" dirty="0"/>
          </a:p>
          <a:p>
            <a:pPr lvl="1"/>
            <a:r>
              <a:rPr lang="en-US" dirty="0"/>
              <a:t>Type python –m notebook</a:t>
            </a:r>
          </a:p>
          <a:p>
            <a:r>
              <a:rPr lang="en-US" dirty="0"/>
              <a:t>Run Kernel</a:t>
            </a:r>
          </a:p>
          <a:p>
            <a:pPr lvl="1"/>
            <a:r>
              <a:rPr lang="en-US" dirty="0"/>
              <a:t>On the right hand side select New &gt;&gt; Python &lt;version&gt; </a:t>
            </a:r>
            <a:r>
              <a:rPr lang="en-US" dirty="0" err="1"/>
              <a:t>ipykernel</a:t>
            </a:r>
            <a:endParaRPr lang="en-US" dirty="0"/>
          </a:p>
          <a:p>
            <a:pPr lvl="1"/>
            <a:r>
              <a:rPr lang="en-US" dirty="0"/>
              <a:t>This will open a new tab and you can begin to write code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14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49C4-0EB5-55A9-5F7F-4077AE7F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88F8-FD69-DAAC-AEB4-A8DCF1348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Install typical software install:</a:t>
            </a:r>
          </a:p>
          <a:p>
            <a:pPr lvl="1"/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pPr lvl="1"/>
            <a:r>
              <a:rPr lang="en-US" dirty="0"/>
              <a:t>May need temporary admin rights</a:t>
            </a:r>
          </a:p>
          <a:p>
            <a:r>
              <a:rPr lang="en-US" dirty="0"/>
              <a:t>Open VS Code</a:t>
            </a:r>
          </a:p>
          <a:p>
            <a:r>
              <a:rPr lang="en-US" dirty="0"/>
              <a:t>Select File and Open folder, navigate to your working directory</a:t>
            </a:r>
          </a:p>
          <a:p>
            <a:r>
              <a:rPr lang="en-US" dirty="0"/>
              <a:t>Install extensions:</a:t>
            </a:r>
          </a:p>
          <a:p>
            <a:pPr lvl="1"/>
            <a:r>
              <a:rPr lang="en-US" dirty="0"/>
              <a:t>Left hand side select Extensions</a:t>
            </a:r>
          </a:p>
          <a:p>
            <a:pPr lvl="1"/>
            <a:r>
              <a:rPr lang="en-US" dirty="0"/>
              <a:t>Search Python</a:t>
            </a:r>
          </a:p>
          <a:p>
            <a:pPr lvl="1"/>
            <a:r>
              <a:rPr lang="en-US" dirty="0"/>
              <a:t>Install Python Extension Pack</a:t>
            </a:r>
          </a:p>
          <a:p>
            <a:r>
              <a:rPr lang="en-US" dirty="0"/>
              <a:t>Create a &lt;name&gt;.</a:t>
            </a:r>
            <a:r>
              <a:rPr lang="en-US" dirty="0" err="1"/>
              <a:t>py</a:t>
            </a:r>
            <a:r>
              <a:rPr lang="en-US" dirty="0"/>
              <a:t> file</a:t>
            </a:r>
          </a:p>
          <a:p>
            <a:r>
              <a:rPr lang="en-US" dirty="0"/>
              <a:t>Enter Code and run by:</a:t>
            </a:r>
          </a:p>
          <a:p>
            <a:pPr lvl="1"/>
            <a:r>
              <a:rPr lang="en-US" dirty="0"/>
              <a:t>Clicking Run Python File in upper right corner</a:t>
            </a:r>
          </a:p>
          <a:p>
            <a:pPr lvl="1"/>
            <a:r>
              <a:rPr lang="en-US" dirty="0"/>
              <a:t>Select Run &gt;&gt; Start Debugging &gt;&gt; Python Debugger &gt;&gt; Python File</a:t>
            </a:r>
          </a:p>
          <a:p>
            <a:pPr lvl="2"/>
            <a:r>
              <a:rPr lang="en-US" dirty="0"/>
              <a:t>You can also create a launch </a:t>
            </a:r>
            <a:r>
              <a:rPr lang="en-US" dirty="0" err="1"/>
              <a:t>json</a:t>
            </a:r>
            <a:r>
              <a:rPr lang="en-US" dirty="0"/>
              <a:t> to skip past debug instructions each run</a:t>
            </a:r>
          </a:p>
          <a:p>
            <a:pPr lvl="1"/>
            <a:r>
              <a:rPr lang="en-US" dirty="0"/>
              <a:t>In the bottom terminal window type:</a:t>
            </a:r>
          </a:p>
          <a:p>
            <a:pPr lvl="2"/>
            <a:r>
              <a:rPr lang="en-US" dirty="0"/>
              <a:t>python &lt;name&gt;.</a:t>
            </a:r>
            <a:r>
              <a:rPr lang="en-US" dirty="0" err="1"/>
              <a:t>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53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E9D6-61E9-9967-3788-9DD99425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6A236-BEC2-240B-1A7C-75889931A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modules use pip to install:</a:t>
            </a:r>
          </a:p>
          <a:p>
            <a:pPr lvl="1"/>
            <a:r>
              <a:rPr lang="en-US" dirty="0"/>
              <a:t>pip install pandas</a:t>
            </a:r>
          </a:p>
          <a:p>
            <a:pPr lvl="1"/>
            <a:r>
              <a:rPr lang="en-US" dirty="0"/>
              <a:t>pip install pandas matplotlib scikit-learn</a:t>
            </a:r>
          </a:p>
          <a:p>
            <a:r>
              <a:rPr lang="en-US" dirty="0"/>
              <a:t>Popular modules:</a:t>
            </a:r>
          </a:p>
          <a:p>
            <a:pPr lvl="1"/>
            <a:r>
              <a:rPr lang="en-US" dirty="0"/>
              <a:t>Pandas – Data Analysis/Tabular data</a:t>
            </a:r>
          </a:p>
          <a:p>
            <a:pPr lvl="1"/>
            <a:r>
              <a:rPr lang="en-US" dirty="0" err="1"/>
              <a:t>Numpy</a:t>
            </a:r>
            <a:r>
              <a:rPr lang="en-US" dirty="0"/>
              <a:t> – Scientific computing, arrays, matrices (included with pandas install)</a:t>
            </a:r>
          </a:p>
          <a:p>
            <a:pPr lvl="1"/>
            <a:r>
              <a:rPr lang="en-US" dirty="0"/>
              <a:t>Matplotlib, Seaborn – Charts and graphs</a:t>
            </a:r>
          </a:p>
          <a:p>
            <a:pPr lvl="1"/>
            <a:r>
              <a:rPr lang="en-US" dirty="0"/>
              <a:t>Scikit Learn, Tensor Flow – Machine Learning</a:t>
            </a:r>
          </a:p>
          <a:p>
            <a:pPr lvl="1"/>
            <a:r>
              <a:rPr lang="en-US" dirty="0"/>
              <a:t>Beautiful Soup – Web Scraping</a:t>
            </a:r>
          </a:p>
          <a:p>
            <a:pPr lvl="1"/>
            <a:r>
              <a:rPr lang="en-US" dirty="0" err="1"/>
              <a:t>Openpyxl</a:t>
            </a:r>
            <a:r>
              <a:rPr lang="en-US" dirty="0"/>
              <a:t>, </a:t>
            </a:r>
            <a:r>
              <a:rPr lang="en-US" dirty="0" err="1"/>
              <a:t>Xlsxwriter</a:t>
            </a:r>
            <a:r>
              <a:rPr lang="en-US" dirty="0"/>
              <a:t> – creating and modifying Excel spreadsheets</a:t>
            </a:r>
          </a:p>
          <a:p>
            <a:pPr lvl="1"/>
            <a:r>
              <a:rPr lang="en-US" dirty="0"/>
              <a:t>Multiple database connection modules</a:t>
            </a:r>
          </a:p>
        </p:txBody>
      </p:sp>
    </p:spTree>
    <p:extLst>
      <p:ext uri="{BB962C8B-B14F-4D97-AF65-F5344CB8AC3E}">
        <p14:creationId xmlns:p14="http://schemas.microsoft.com/office/powerpoint/2010/main" val="2491955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567D-E84D-0F42-C540-4E486BD4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Python into Your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ADBA-F0BA-15C4-C4A0-97C6BC741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too different then what you may do with SAS or R</a:t>
            </a:r>
          </a:p>
          <a:p>
            <a:pPr lvl="1"/>
            <a:r>
              <a:rPr lang="en-US" dirty="0"/>
              <a:t>Load Data</a:t>
            </a:r>
          </a:p>
          <a:p>
            <a:pPr lvl="1"/>
            <a:r>
              <a:rPr lang="en-US" dirty="0"/>
              <a:t>Manipulate Data</a:t>
            </a:r>
          </a:p>
          <a:p>
            <a:pPr lvl="1"/>
            <a:r>
              <a:rPr lang="en-US" dirty="0"/>
              <a:t>Create Analysis</a:t>
            </a:r>
          </a:p>
          <a:p>
            <a:pPr lvl="1"/>
            <a:r>
              <a:rPr lang="en-US" dirty="0"/>
              <a:t>Export Results</a:t>
            </a:r>
          </a:p>
          <a:p>
            <a:r>
              <a:rPr lang="en-US" dirty="0"/>
              <a:t>Best way to get started:</a:t>
            </a:r>
          </a:p>
          <a:p>
            <a:pPr lvl="1"/>
            <a:r>
              <a:rPr lang="en-US" dirty="0"/>
              <a:t>Start simple – do some simple learnings and simple programs</a:t>
            </a:r>
          </a:p>
          <a:p>
            <a:pPr lvl="1"/>
            <a:r>
              <a:rPr lang="en-US" dirty="0"/>
              <a:t>Re-write a program or parts of a program in Python</a:t>
            </a:r>
          </a:p>
          <a:p>
            <a:pPr lvl="1"/>
            <a:r>
              <a:rPr lang="en-US" dirty="0"/>
              <a:t>Write small new programs into your workflow</a:t>
            </a:r>
          </a:p>
          <a:p>
            <a:pPr lvl="1"/>
            <a:r>
              <a:rPr lang="en-US" dirty="0"/>
              <a:t>Focus on one element to learn and improve</a:t>
            </a:r>
          </a:p>
        </p:txBody>
      </p:sp>
    </p:spTree>
    <p:extLst>
      <p:ext uri="{BB962C8B-B14F-4D97-AF65-F5344CB8AC3E}">
        <p14:creationId xmlns:p14="http://schemas.microsoft.com/office/powerpoint/2010/main" val="4162147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449C2-F521-C92C-D34F-239E1813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6713-515F-7104-31EE-7C73184DA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Live Demo VS Code, </a:t>
            </a:r>
            <a:r>
              <a:rPr lang="en-US" dirty="0" err="1"/>
              <a:t>Jupyter</a:t>
            </a:r>
            <a:r>
              <a:rPr lang="en-US" dirty="0"/>
              <a:t>, Excel, Power BI</a:t>
            </a:r>
          </a:p>
          <a:p>
            <a:r>
              <a:rPr lang="en-US" dirty="0"/>
              <a:t>Excel use </a:t>
            </a:r>
            <a:r>
              <a:rPr lang="en-US" dirty="0" err="1"/>
              <a:t>py</a:t>
            </a:r>
            <a:endParaRPr lang="en-US" dirty="0"/>
          </a:p>
          <a:p>
            <a:r>
              <a:rPr lang="en-US"/>
              <a:t>Power BI use </a:t>
            </a:r>
            <a:endParaRPr lang="en-US" dirty="0"/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1470994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382</TotalTime>
  <Words>818</Words>
  <Application>Microsoft Office PowerPoint</Application>
  <PresentationFormat>Widescreen</PresentationFormat>
  <Paragraphs>131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Schoolbook</vt:lpstr>
      <vt:lpstr>Wingdings 2</vt:lpstr>
      <vt:lpstr>View</vt:lpstr>
      <vt:lpstr>Getting Started with Python for Data Analytics</vt:lpstr>
      <vt:lpstr>Personal Background</vt:lpstr>
      <vt:lpstr>Understanding Python and its Role in Data Analytics</vt:lpstr>
      <vt:lpstr>Understanding Pros and Cons of Python</vt:lpstr>
      <vt:lpstr>What do you need to get started?</vt:lpstr>
      <vt:lpstr>Setting Up and Installing Python</vt:lpstr>
      <vt:lpstr>PowerPoint Presentation</vt:lpstr>
      <vt:lpstr>Check Install</vt:lpstr>
      <vt:lpstr>Development Environments/Software</vt:lpstr>
      <vt:lpstr>Using Jupyter Notebook</vt:lpstr>
      <vt:lpstr>Using VS Code</vt:lpstr>
      <vt:lpstr>Installing Modules</vt:lpstr>
      <vt:lpstr>Implementing Python into Your Workflow</vt:lpstr>
      <vt:lpstr>Example</vt:lpstr>
    </vt:vector>
  </TitlesOfParts>
  <Company>Cincinnati Children's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Kortis, Adam</dc:creator>
  <cp:lastModifiedBy>Kortis, Adam</cp:lastModifiedBy>
  <cp:revision>1</cp:revision>
  <dcterms:created xsi:type="dcterms:W3CDTF">2026-04-02T15:01:40Z</dcterms:created>
  <dcterms:modified xsi:type="dcterms:W3CDTF">2026-04-06T16:47:35Z</dcterms:modified>
</cp:coreProperties>
</file>